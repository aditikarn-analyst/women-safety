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6106"/>
    <a:srgbClr val="177D96"/>
    <a:srgbClr val="FFA751"/>
    <a:srgbClr val="9BBB59"/>
    <a:srgbClr val="39B0D4"/>
    <a:srgbClr val="727272"/>
    <a:srgbClr val="01000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3E239F-F38A-4E6B-91B7-71FFC58CA41E}" v="13" dt="2024-09-24T18:11:14.669"/>
    <p1510:client id="{7C61632C-9D7B-405F-AD65-41B393BDE22F}" v="1" dt="2024-09-23T18:11:51.697"/>
    <p1510:client id="{AC3C7203-84B1-451F-A2EC-071FFDBE0566}" v="74" dt="2024-09-23T18:07:41.975"/>
    <p1510:client id="{C7633A61-FBFD-44BA-9471-95AA8BD558D4}" v="1" dt="2024-09-24T18:14:35.6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5CEE14-7CE4-4855-AE59-D3623AA0C545}" type="doc">
      <dgm:prSet loTypeId="urn:microsoft.com/office/officeart/2005/8/layout/default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2DD06D0-CD07-4052-8A7A-7FDBE0767F67}">
      <dgm:prSet phldr="0"/>
      <dgm:spPr/>
      <dgm:t>
        <a:bodyPr/>
        <a:lstStyle/>
        <a:p>
          <a:pPr algn="just" rtl="0"/>
          <a:r>
            <a:rPr lang="en-US" b="1" i="1" u="none">
              <a:latin typeface="Times New Roman"/>
              <a:cs typeface="Times New Roman"/>
            </a:rPr>
            <a:t>Programming languages (Js) </a:t>
          </a:r>
        </a:p>
      </dgm:t>
    </dgm:pt>
    <dgm:pt modelId="{CA162A61-4608-408B-AC63-E665F4C7FDA4}" type="parTrans" cxnId="{8355CA79-273C-4DF8-B342-35E5338FF646}">
      <dgm:prSet/>
      <dgm:spPr/>
      <dgm:t>
        <a:bodyPr/>
        <a:lstStyle/>
        <a:p>
          <a:endParaRPr lang="en-IN"/>
        </a:p>
      </dgm:t>
    </dgm:pt>
    <dgm:pt modelId="{EAD7CF64-D6B9-45FF-A28D-D1F459C2ED89}" type="sibTrans" cxnId="{8355CA79-273C-4DF8-B342-35E5338FF646}">
      <dgm:prSet/>
      <dgm:spPr/>
      <dgm:t>
        <a:bodyPr/>
        <a:lstStyle/>
        <a:p>
          <a:endParaRPr lang="en-IN"/>
        </a:p>
      </dgm:t>
    </dgm:pt>
    <dgm:pt modelId="{EE9DBE79-AC0D-46F4-8D83-69F9888392D1}">
      <dgm:prSet phldr="0"/>
      <dgm:spPr/>
      <dgm:t>
        <a:bodyPr/>
        <a:lstStyle/>
        <a:p>
          <a:pPr algn="just" rtl="0"/>
          <a:r>
            <a:rPr lang="en-US" b="1" i="1" u="none">
              <a:latin typeface="Times New Roman"/>
              <a:cs typeface="Times New Roman"/>
            </a:rPr>
            <a:t>Designing interface (Figma)</a:t>
          </a:r>
        </a:p>
      </dgm:t>
    </dgm:pt>
    <dgm:pt modelId="{9C2BD5A3-7B39-455C-B30A-0857AD3C8457}" type="parTrans" cxnId="{9489E669-7B4B-48CE-8673-644926670CEB}">
      <dgm:prSet/>
      <dgm:spPr/>
      <dgm:t>
        <a:bodyPr/>
        <a:lstStyle/>
        <a:p>
          <a:endParaRPr lang="en-IN"/>
        </a:p>
      </dgm:t>
    </dgm:pt>
    <dgm:pt modelId="{3804F2C3-9924-4D06-A06B-804665AD43C2}" type="sibTrans" cxnId="{9489E669-7B4B-48CE-8673-644926670CEB}">
      <dgm:prSet/>
      <dgm:spPr/>
      <dgm:t>
        <a:bodyPr/>
        <a:lstStyle/>
        <a:p>
          <a:endParaRPr lang="en-IN"/>
        </a:p>
      </dgm:t>
    </dgm:pt>
    <dgm:pt modelId="{A6471497-46FF-4449-80F9-4EDDF0452F5F}">
      <dgm:prSet phldr="0"/>
      <dgm:spPr/>
      <dgm:t>
        <a:bodyPr/>
        <a:lstStyle/>
        <a:p>
          <a:pPr algn="just"/>
          <a:r>
            <a:rPr lang="en-US" b="1" i="1" u="none" dirty="0">
              <a:latin typeface="Times New Roman"/>
              <a:cs typeface="Times New Roman"/>
            </a:rPr>
            <a:t>Cloudinary (Storing videos and audios)</a:t>
          </a:r>
        </a:p>
      </dgm:t>
    </dgm:pt>
    <dgm:pt modelId="{4642C956-9623-414A-81F6-26253538FCF5}" type="parTrans" cxnId="{C8243377-23FA-4335-B61F-2B38626AE07B}">
      <dgm:prSet/>
      <dgm:spPr/>
      <dgm:t>
        <a:bodyPr/>
        <a:lstStyle/>
        <a:p>
          <a:endParaRPr lang="en-IN"/>
        </a:p>
      </dgm:t>
    </dgm:pt>
    <dgm:pt modelId="{2428A194-C41A-4901-A9AE-2399829F571D}" type="sibTrans" cxnId="{C8243377-23FA-4335-B61F-2B38626AE07B}">
      <dgm:prSet/>
      <dgm:spPr/>
      <dgm:t>
        <a:bodyPr/>
        <a:lstStyle/>
        <a:p>
          <a:endParaRPr lang="en-IN"/>
        </a:p>
      </dgm:t>
    </dgm:pt>
    <dgm:pt modelId="{328A4F05-3B76-48A6-B6BE-E404E5CD9049}">
      <dgm:prSet phldr="0"/>
      <dgm:spPr/>
      <dgm:t>
        <a:bodyPr/>
        <a:lstStyle/>
        <a:p>
          <a:pPr algn="just" rtl="0"/>
          <a:r>
            <a:rPr lang="en-US" b="1" i="1" u="none">
              <a:latin typeface="Times New Roman"/>
              <a:cs typeface="Times New Roman"/>
            </a:rPr>
            <a:t>    Firebase</a:t>
          </a:r>
        </a:p>
      </dgm:t>
    </dgm:pt>
    <dgm:pt modelId="{DB0B26AF-B81F-4E27-BB79-F6F2BA262CDC}" type="parTrans" cxnId="{364755F5-192D-4A57-918B-F073EA30521F}">
      <dgm:prSet/>
      <dgm:spPr/>
      <dgm:t>
        <a:bodyPr/>
        <a:lstStyle/>
        <a:p>
          <a:endParaRPr lang="en-IN"/>
        </a:p>
      </dgm:t>
    </dgm:pt>
    <dgm:pt modelId="{DB447CD1-56DC-49BA-9361-AF609A92B810}" type="sibTrans" cxnId="{364755F5-192D-4A57-918B-F073EA30521F}">
      <dgm:prSet/>
      <dgm:spPr/>
      <dgm:t>
        <a:bodyPr/>
        <a:lstStyle/>
        <a:p>
          <a:endParaRPr lang="en-IN"/>
        </a:p>
      </dgm:t>
    </dgm:pt>
    <dgm:pt modelId="{48E17B2B-B7F0-4E66-920A-FA3BC44D06C5}">
      <dgm:prSet phldr="0"/>
      <dgm:spPr/>
      <dgm:t>
        <a:bodyPr/>
        <a:lstStyle/>
        <a:p>
          <a:pPr algn="just" rtl="0"/>
          <a:r>
            <a:rPr lang="en-US" b="1" i="1" u="none">
              <a:latin typeface="Times New Roman"/>
              <a:cs typeface="Times New Roman"/>
            </a:rPr>
            <a:t>    Email.Js</a:t>
          </a:r>
        </a:p>
      </dgm:t>
    </dgm:pt>
    <dgm:pt modelId="{FCA3A7D1-38A3-4712-854E-8D01BD643F5A}" type="parTrans" cxnId="{D6E905F0-692B-4AE8-898A-E78052C1D52F}">
      <dgm:prSet/>
      <dgm:spPr/>
      <dgm:t>
        <a:bodyPr/>
        <a:lstStyle/>
        <a:p>
          <a:endParaRPr lang="en-IN"/>
        </a:p>
      </dgm:t>
    </dgm:pt>
    <dgm:pt modelId="{041CB70E-BD3D-4398-872C-537E7EDE70A2}" type="sibTrans" cxnId="{D6E905F0-692B-4AE8-898A-E78052C1D52F}">
      <dgm:prSet/>
      <dgm:spPr/>
      <dgm:t>
        <a:bodyPr/>
        <a:lstStyle/>
        <a:p>
          <a:endParaRPr lang="en-IN"/>
        </a:p>
      </dgm:t>
    </dgm:pt>
    <dgm:pt modelId="{0A58B802-B8BF-4BAC-B9B3-52DEFAF8F7D7}">
      <dgm:prSet phldr="0"/>
      <dgm:spPr/>
      <dgm:t>
        <a:bodyPr/>
        <a:lstStyle/>
        <a:p>
          <a:pPr algn="just" rtl="0"/>
          <a:r>
            <a:rPr lang="en-US" b="1" i="1" u="none">
              <a:latin typeface="Times New Roman"/>
              <a:cs typeface="Times New Roman"/>
            </a:rPr>
            <a:t>Apache kafka</a:t>
          </a:r>
        </a:p>
      </dgm:t>
    </dgm:pt>
    <dgm:pt modelId="{B80AF7BF-BA9B-44FB-AE72-CC8819F61CDB}" type="parTrans" cxnId="{39B7197F-0C4C-4361-85D6-3C60ABADC128}">
      <dgm:prSet/>
      <dgm:spPr/>
      <dgm:t>
        <a:bodyPr/>
        <a:lstStyle/>
        <a:p>
          <a:endParaRPr lang="en-IN"/>
        </a:p>
      </dgm:t>
    </dgm:pt>
    <dgm:pt modelId="{FCFB98BE-42E9-4120-BCAC-C9A167BE717E}" type="sibTrans" cxnId="{39B7197F-0C4C-4361-85D6-3C60ABADC128}">
      <dgm:prSet/>
      <dgm:spPr/>
      <dgm:t>
        <a:bodyPr/>
        <a:lstStyle/>
        <a:p>
          <a:endParaRPr lang="en-IN"/>
        </a:p>
      </dgm:t>
    </dgm:pt>
    <dgm:pt modelId="{6912890D-0F14-408E-AE1F-A27E1D9194B6}">
      <dgm:prSet phldr="0"/>
      <dgm:spPr/>
      <dgm:t>
        <a:bodyPr/>
        <a:lstStyle/>
        <a:p>
          <a:pPr algn="just" rtl="0"/>
          <a:r>
            <a:rPr lang="en-US" b="1" i="1" u="none">
              <a:latin typeface="Times New Roman"/>
              <a:cs typeface="Times New Roman"/>
            </a:rPr>
            <a:t>Zego cloud</a:t>
          </a:r>
        </a:p>
      </dgm:t>
    </dgm:pt>
    <dgm:pt modelId="{39C193DC-8DA2-4B12-8928-CC2E56A9BDEF}" type="parTrans" cxnId="{A91CFCD1-BC60-4A4E-BCE3-DEA21FA36DCB}">
      <dgm:prSet/>
      <dgm:spPr/>
      <dgm:t>
        <a:bodyPr/>
        <a:lstStyle/>
        <a:p>
          <a:endParaRPr lang="en-IN"/>
        </a:p>
      </dgm:t>
    </dgm:pt>
    <dgm:pt modelId="{E97EE90E-CE83-4357-B329-5453D8F4397C}" type="sibTrans" cxnId="{A91CFCD1-BC60-4A4E-BCE3-DEA21FA36DCB}">
      <dgm:prSet/>
      <dgm:spPr/>
      <dgm:t>
        <a:bodyPr/>
        <a:lstStyle/>
        <a:p>
          <a:endParaRPr lang="en-IN"/>
        </a:p>
      </dgm:t>
    </dgm:pt>
    <dgm:pt modelId="{55E42371-4611-4613-9AFB-3B02134DBD81}">
      <dgm:prSet phldr="0"/>
      <dgm:spPr/>
      <dgm:t>
        <a:bodyPr/>
        <a:lstStyle/>
        <a:p>
          <a:pPr algn="just" rtl="0"/>
          <a:r>
            <a:rPr lang="en-US" b="1" i="1" u="none">
              <a:latin typeface="Times New Roman"/>
              <a:cs typeface="Times New Roman"/>
            </a:rPr>
            <a:t>Multer</a:t>
          </a:r>
        </a:p>
      </dgm:t>
    </dgm:pt>
    <dgm:pt modelId="{2A2CF2BE-8001-494B-AC8F-E34D3FDF2EC5}" type="parTrans" cxnId="{8FABED13-5F92-4525-AE6B-9B3F22C4528E}">
      <dgm:prSet/>
      <dgm:spPr/>
      <dgm:t>
        <a:bodyPr/>
        <a:lstStyle/>
        <a:p>
          <a:endParaRPr lang="en-IN"/>
        </a:p>
      </dgm:t>
    </dgm:pt>
    <dgm:pt modelId="{A3275382-7569-47F1-B336-1EA381FA2035}" type="sibTrans" cxnId="{8FABED13-5F92-4525-AE6B-9B3F22C4528E}">
      <dgm:prSet/>
      <dgm:spPr/>
      <dgm:t>
        <a:bodyPr/>
        <a:lstStyle/>
        <a:p>
          <a:endParaRPr lang="en-IN"/>
        </a:p>
      </dgm:t>
    </dgm:pt>
    <dgm:pt modelId="{9D5F7FC9-3D55-4F01-A865-963DC3552B8C}" type="pres">
      <dgm:prSet presAssocID="{8D5CEE14-7CE4-4855-AE59-D3623AA0C545}" presName="diagram" presStyleCnt="0">
        <dgm:presLayoutVars>
          <dgm:dir/>
          <dgm:resizeHandles val="exact"/>
        </dgm:presLayoutVars>
      </dgm:prSet>
      <dgm:spPr/>
    </dgm:pt>
    <dgm:pt modelId="{E51B0615-9C2E-4E29-A4BB-69188396280B}" type="pres">
      <dgm:prSet presAssocID="{62DD06D0-CD07-4052-8A7A-7FDBE0767F67}" presName="node" presStyleLbl="node1" presStyleIdx="0" presStyleCnt="8">
        <dgm:presLayoutVars>
          <dgm:bulletEnabled val="1"/>
        </dgm:presLayoutVars>
      </dgm:prSet>
      <dgm:spPr/>
    </dgm:pt>
    <dgm:pt modelId="{C78CC888-4855-48CA-9470-F9B3A036D579}" type="pres">
      <dgm:prSet presAssocID="{EAD7CF64-D6B9-45FF-A28D-D1F459C2ED89}" presName="sibTrans" presStyleCnt="0"/>
      <dgm:spPr/>
    </dgm:pt>
    <dgm:pt modelId="{1C702324-041A-405B-BCBC-C26EFFA9F027}" type="pres">
      <dgm:prSet presAssocID="{EE9DBE79-AC0D-46F4-8D83-69F9888392D1}" presName="node" presStyleLbl="node1" presStyleIdx="1" presStyleCnt="8">
        <dgm:presLayoutVars>
          <dgm:bulletEnabled val="1"/>
        </dgm:presLayoutVars>
      </dgm:prSet>
      <dgm:spPr/>
    </dgm:pt>
    <dgm:pt modelId="{DEFF736F-5020-4585-9F23-63049C16577D}" type="pres">
      <dgm:prSet presAssocID="{3804F2C3-9924-4D06-A06B-804665AD43C2}" presName="sibTrans" presStyleCnt="0"/>
      <dgm:spPr/>
    </dgm:pt>
    <dgm:pt modelId="{62422EE8-2D8A-4A7E-A13C-BE47E2CDB660}" type="pres">
      <dgm:prSet presAssocID="{A6471497-46FF-4449-80F9-4EDDF0452F5F}" presName="node" presStyleLbl="node1" presStyleIdx="2" presStyleCnt="8">
        <dgm:presLayoutVars>
          <dgm:bulletEnabled val="1"/>
        </dgm:presLayoutVars>
      </dgm:prSet>
      <dgm:spPr/>
    </dgm:pt>
    <dgm:pt modelId="{B9A7DE68-C1B7-448B-B672-E0ED4B68FF60}" type="pres">
      <dgm:prSet presAssocID="{2428A194-C41A-4901-A9AE-2399829F571D}" presName="sibTrans" presStyleCnt="0"/>
      <dgm:spPr/>
    </dgm:pt>
    <dgm:pt modelId="{F86F72FB-FE9B-421C-BD7B-AEAB09D7DFF2}" type="pres">
      <dgm:prSet presAssocID="{328A4F05-3B76-48A6-B6BE-E404E5CD9049}" presName="node" presStyleLbl="node1" presStyleIdx="3" presStyleCnt="8">
        <dgm:presLayoutVars>
          <dgm:bulletEnabled val="1"/>
        </dgm:presLayoutVars>
      </dgm:prSet>
      <dgm:spPr/>
    </dgm:pt>
    <dgm:pt modelId="{1BB7B36A-E4C0-4096-ACE2-590C31447208}" type="pres">
      <dgm:prSet presAssocID="{DB447CD1-56DC-49BA-9361-AF609A92B810}" presName="sibTrans" presStyleCnt="0"/>
      <dgm:spPr/>
    </dgm:pt>
    <dgm:pt modelId="{095056D7-4F17-494D-9053-975CA75AD4CF}" type="pres">
      <dgm:prSet presAssocID="{48E17B2B-B7F0-4E66-920A-FA3BC44D06C5}" presName="node" presStyleLbl="node1" presStyleIdx="4" presStyleCnt="8">
        <dgm:presLayoutVars>
          <dgm:bulletEnabled val="1"/>
        </dgm:presLayoutVars>
      </dgm:prSet>
      <dgm:spPr/>
    </dgm:pt>
    <dgm:pt modelId="{F7224E88-4F3D-472A-9867-B27E00E5B7AA}" type="pres">
      <dgm:prSet presAssocID="{041CB70E-BD3D-4398-872C-537E7EDE70A2}" presName="sibTrans" presStyleCnt="0"/>
      <dgm:spPr/>
    </dgm:pt>
    <dgm:pt modelId="{CFC210D3-2C3C-4031-B26F-8E9EF0727E8F}" type="pres">
      <dgm:prSet presAssocID="{0A58B802-B8BF-4BAC-B9B3-52DEFAF8F7D7}" presName="node" presStyleLbl="node1" presStyleIdx="5" presStyleCnt="8">
        <dgm:presLayoutVars>
          <dgm:bulletEnabled val="1"/>
        </dgm:presLayoutVars>
      </dgm:prSet>
      <dgm:spPr/>
    </dgm:pt>
    <dgm:pt modelId="{72199243-22BE-4084-A5D0-05C396909DEC}" type="pres">
      <dgm:prSet presAssocID="{FCFB98BE-42E9-4120-BCAC-C9A167BE717E}" presName="sibTrans" presStyleCnt="0"/>
      <dgm:spPr/>
    </dgm:pt>
    <dgm:pt modelId="{98A045A2-6E8F-4513-86ED-4440830013CA}" type="pres">
      <dgm:prSet presAssocID="{6912890D-0F14-408E-AE1F-A27E1D9194B6}" presName="node" presStyleLbl="node1" presStyleIdx="6" presStyleCnt="8">
        <dgm:presLayoutVars>
          <dgm:bulletEnabled val="1"/>
        </dgm:presLayoutVars>
      </dgm:prSet>
      <dgm:spPr/>
    </dgm:pt>
    <dgm:pt modelId="{62DE144F-FA54-44FE-8B56-67ED4579B339}" type="pres">
      <dgm:prSet presAssocID="{E97EE90E-CE83-4357-B329-5453D8F4397C}" presName="sibTrans" presStyleCnt="0"/>
      <dgm:spPr/>
    </dgm:pt>
    <dgm:pt modelId="{D044F077-BD28-4EBE-BE2B-949FF33DB344}" type="pres">
      <dgm:prSet presAssocID="{55E42371-4611-4613-9AFB-3B02134DBD81}" presName="node" presStyleLbl="node1" presStyleIdx="7" presStyleCnt="8">
        <dgm:presLayoutVars>
          <dgm:bulletEnabled val="1"/>
        </dgm:presLayoutVars>
      </dgm:prSet>
      <dgm:spPr/>
    </dgm:pt>
  </dgm:ptLst>
  <dgm:cxnLst>
    <dgm:cxn modelId="{FF4F5702-0331-4883-A3DF-CA0C3E99D432}" type="presOf" srcId="{328A4F05-3B76-48A6-B6BE-E404E5CD9049}" destId="{F86F72FB-FE9B-421C-BD7B-AEAB09D7DFF2}" srcOrd="0" destOrd="0" presId="urn:microsoft.com/office/officeart/2005/8/layout/default"/>
    <dgm:cxn modelId="{8FABED13-5F92-4525-AE6B-9B3F22C4528E}" srcId="{8D5CEE14-7CE4-4855-AE59-D3623AA0C545}" destId="{55E42371-4611-4613-9AFB-3B02134DBD81}" srcOrd="7" destOrd="0" parTransId="{2A2CF2BE-8001-494B-AC8F-E34D3FDF2EC5}" sibTransId="{A3275382-7569-47F1-B336-1EA381FA2035}"/>
    <dgm:cxn modelId="{84B31423-4D42-403A-AB62-F5F989BE9250}" type="presOf" srcId="{8D5CEE14-7CE4-4855-AE59-D3623AA0C545}" destId="{9D5F7FC9-3D55-4F01-A865-963DC3552B8C}" srcOrd="0" destOrd="0" presId="urn:microsoft.com/office/officeart/2005/8/layout/default"/>
    <dgm:cxn modelId="{9489E669-7B4B-48CE-8673-644926670CEB}" srcId="{8D5CEE14-7CE4-4855-AE59-D3623AA0C545}" destId="{EE9DBE79-AC0D-46F4-8D83-69F9888392D1}" srcOrd="1" destOrd="0" parTransId="{9C2BD5A3-7B39-455C-B30A-0857AD3C8457}" sibTransId="{3804F2C3-9924-4D06-A06B-804665AD43C2}"/>
    <dgm:cxn modelId="{C8243377-23FA-4335-B61F-2B38626AE07B}" srcId="{8D5CEE14-7CE4-4855-AE59-D3623AA0C545}" destId="{A6471497-46FF-4449-80F9-4EDDF0452F5F}" srcOrd="2" destOrd="0" parTransId="{4642C956-9623-414A-81F6-26253538FCF5}" sibTransId="{2428A194-C41A-4901-A9AE-2399829F571D}"/>
    <dgm:cxn modelId="{8355CA79-273C-4DF8-B342-35E5338FF646}" srcId="{8D5CEE14-7CE4-4855-AE59-D3623AA0C545}" destId="{62DD06D0-CD07-4052-8A7A-7FDBE0767F67}" srcOrd="0" destOrd="0" parTransId="{CA162A61-4608-408B-AC63-E665F4C7FDA4}" sibTransId="{EAD7CF64-D6B9-45FF-A28D-D1F459C2ED89}"/>
    <dgm:cxn modelId="{39B7197F-0C4C-4361-85D6-3C60ABADC128}" srcId="{8D5CEE14-7CE4-4855-AE59-D3623AA0C545}" destId="{0A58B802-B8BF-4BAC-B9B3-52DEFAF8F7D7}" srcOrd="5" destOrd="0" parTransId="{B80AF7BF-BA9B-44FB-AE72-CC8819F61CDB}" sibTransId="{FCFB98BE-42E9-4120-BCAC-C9A167BE717E}"/>
    <dgm:cxn modelId="{45559687-11A1-4C82-BA68-D2989C6700E9}" type="presOf" srcId="{62DD06D0-CD07-4052-8A7A-7FDBE0767F67}" destId="{E51B0615-9C2E-4E29-A4BB-69188396280B}" srcOrd="0" destOrd="0" presId="urn:microsoft.com/office/officeart/2005/8/layout/default"/>
    <dgm:cxn modelId="{835CBCB0-E28E-4B04-ABDF-A3B3C75AF248}" type="presOf" srcId="{EE9DBE79-AC0D-46F4-8D83-69F9888392D1}" destId="{1C702324-041A-405B-BCBC-C26EFFA9F027}" srcOrd="0" destOrd="0" presId="urn:microsoft.com/office/officeart/2005/8/layout/default"/>
    <dgm:cxn modelId="{02F04EB8-D0E7-486A-AA3E-56FD1C9DB36A}" type="presOf" srcId="{55E42371-4611-4613-9AFB-3B02134DBD81}" destId="{D044F077-BD28-4EBE-BE2B-949FF33DB344}" srcOrd="0" destOrd="0" presId="urn:microsoft.com/office/officeart/2005/8/layout/default"/>
    <dgm:cxn modelId="{F87700D1-66A6-4DF5-8C54-202157A94368}" type="presOf" srcId="{0A58B802-B8BF-4BAC-B9B3-52DEFAF8F7D7}" destId="{CFC210D3-2C3C-4031-B26F-8E9EF0727E8F}" srcOrd="0" destOrd="0" presId="urn:microsoft.com/office/officeart/2005/8/layout/default"/>
    <dgm:cxn modelId="{A91CFCD1-BC60-4A4E-BCE3-DEA21FA36DCB}" srcId="{8D5CEE14-7CE4-4855-AE59-D3623AA0C545}" destId="{6912890D-0F14-408E-AE1F-A27E1D9194B6}" srcOrd="6" destOrd="0" parTransId="{39C193DC-8DA2-4B12-8928-CC2E56A9BDEF}" sibTransId="{E97EE90E-CE83-4357-B329-5453D8F4397C}"/>
    <dgm:cxn modelId="{162168DC-F703-484C-B05B-A3938FE2EC33}" type="presOf" srcId="{48E17B2B-B7F0-4E66-920A-FA3BC44D06C5}" destId="{095056D7-4F17-494D-9053-975CA75AD4CF}" srcOrd="0" destOrd="0" presId="urn:microsoft.com/office/officeart/2005/8/layout/default"/>
    <dgm:cxn modelId="{8CF0EADD-440E-4516-8BCF-027CA110FBAE}" type="presOf" srcId="{A6471497-46FF-4449-80F9-4EDDF0452F5F}" destId="{62422EE8-2D8A-4A7E-A13C-BE47E2CDB660}" srcOrd="0" destOrd="0" presId="urn:microsoft.com/office/officeart/2005/8/layout/default"/>
    <dgm:cxn modelId="{D6E905F0-692B-4AE8-898A-E78052C1D52F}" srcId="{8D5CEE14-7CE4-4855-AE59-D3623AA0C545}" destId="{48E17B2B-B7F0-4E66-920A-FA3BC44D06C5}" srcOrd="4" destOrd="0" parTransId="{FCA3A7D1-38A3-4712-854E-8D01BD643F5A}" sibTransId="{041CB70E-BD3D-4398-872C-537E7EDE70A2}"/>
    <dgm:cxn modelId="{4319F8F3-8B7D-47AC-9728-70296BB1621A}" type="presOf" srcId="{6912890D-0F14-408E-AE1F-A27E1D9194B6}" destId="{98A045A2-6E8F-4513-86ED-4440830013CA}" srcOrd="0" destOrd="0" presId="urn:microsoft.com/office/officeart/2005/8/layout/default"/>
    <dgm:cxn modelId="{364755F5-192D-4A57-918B-F073EA30521F}" srcId="{8D5CEE14-7CE4-4855-AE59-D3623AA0C545}" destId="{328A4F05-3B76-48A6-B6BE-E404E5CD9049}" srcOrd="3" destOrd="0" parTransId="{DB0B26AF-B81F-4E27-BB79-F6F2BA262CDC}" sibTransId="{DB447CD1-56DC-49BA-9361-AF609A92B810}"/>
    <dgm:cxn modelId="{A83787B7-A52A-4713-8475-864ED33776A0}" type="presParOf" srcId="{9D5F7FC9-3D55-4F01-A865-963DC3552B8C}" destId="{E51B0615-9C2E-4E29-A4BB-69188396280B}" srcOrd="0" destOrd="0" presId="urn:microsoft.com/office/officeart/2005/8/layout/default"/>
    <dgm:cxn modelId="{D1B2245B-B58C-45DE-8A9C-557AD43046C9}" type="presParOf" srcId="{9D5F7FC9-3D55-4F01-A865-963DC3552B8C}" destId="{C78CC888-4855-48CA-9470-F9B3A036D579}" srcOrd="1" destOrd="0" presId="urn:microsoft.com/office/officeart/2005/8/layout/default"/>
    <dgm:cxn modelId="{7BD8D2BB-7A99-4405-B99A-012B94945197}" type="presParOf" srcId="{9D5F7FC9-3D55-4F01-A865-963DC3552B8C}" destId="{1C702324-041A-405B-BCBC-C26EFFA9F027}" srcOrd="2" destOrd="0" presId="urn:microsoft.com/office/officeart/2005/8/layout/default"/>
    <dgm:cxn modelId="{A1480A3D-9019-4736-9404-F0BD9113696A}" type="presParOf" srcId="{9D5F7FC9-3D55-4F01-A865-963DC3552B8C}" destId="{DEFF736F-5020-4585-9F23-63049C16577D}" srcOrd="3" destOrd="0" presId="urn:microsoft.com/office/officeart/2005/8/layout/default"/>
    <dgm:cxn modelId="{ADFBD078-9B07-4674-A5B4-79CAD5C56B30}" type="presParOf" srcId="{9D5F7FC9-3D55-4F01-A865-963DC3552B8C}" destId="{62422EE8-2D8A-4A7E-A13C-BE47E2CDB660}" srcOrd="4" destOrd="0" presId="urn:microsoft.com/office/officeart/2005/8/layout/default"/>
    <dgm:cxn modelId="{42DC489C-BAFE-4121-9E4B-8F2194313871}" type="presParOf" srcId="{9D5F7FC9-3D55-4F01-A865-963DC3552B8C}" destId="{B9A7DE68-C1B7-448B-B672-E0ED4B68FF60}" srcOrd="5" destOrd="0" presId="urn:microsoft.com/office/officeart/2005/8/layout/default"/>
    <dgm:cxn modelId="{40BB5AE4-6390-4FE7-BDB8-24E9D11BA4B7}" type="presParOf" srcId="{9D5F7FC9-3D55-4F01-A865-963DC3552B8C}" destId="{F86F72FB-FE9B-421C-BD7B-AEAB09D7DFF2}" srcOrd="6" destOrd="0" presId="urn:microsoft.com/office/officeart/2005/8/layout/default"/>
    <dgm:cxn modelId="{3E314DB3-544E-47E1-9687-303488A972F0}" type="presParOf" srcId="{9D5F7FC9-3D55-4F01-A865-963DC3552B8C}" destId="{1BB7B36A-E4C0-4096-ACE2-590C31447208}" srcOrd="7" destOrd="0" presId="urn:microsoft.com/office/officeart/2005/8/layout/default"/>
    <dgm:cxn modelId="{213E377B-4AB8-429B-811D-AEC773A181C2}" type="presParOf" srcId="{9D5F7FC9-3D55-4F01-A865-963DC3552B8C}" destId="{095056D7-4F17-494D-9053-975CA75AD4CF}" srcOrd="8" destOrd="0" presId="urn:microsoft.com/office/officeart/2005/8/layout/default"/>
    <dgm:cxn modelId="{B2B009D5-68A3-4511-930C-EEEDBA17972F}" type="presParOf" srcId="{9D5F7FC9-3D55-4F01-A865-963DC3552B8C}" destId="{F7224E88-4F3D-472A-9867-B27E00E5B7AA}" srcOrd="9" destOrd="0" presId="urn:microsoft.com/office/officeart/2005/8/layout/default"/>
    <dgm:cxn modelId="{20A57F66-2B26-4C4F-94CF-0854A61603BF}" type="presParOf" srcId="{9D5F7FC9-3D55-4F01-A865-963DC3552B8C}" destId="{CFC210D3-2C3C-4031-B26F-8E9EF0727E8F}" srcOrd="10" destOrd="0" presId="urn:microsoft.com/office/officeart/2005/8/layout/default"/>
    <dgm:cxn modelId="{505E9925-9B9D-4FBD-943B-B62F26E9FC11}" type="presParOf" srcId="{9D5F7FC9-3D55-4F01-A865-963DC3552B8C}" destId="{72199243-22BE-4084-A5D0-05C396909DEC}" srcOrd="11" destOrd="0" presId="urn:microsoft.com/office/officeart/2005/8/layout/default"/>
    <dgm:cxn modelId="{66624E73-EAAD-494F-8337-EAEE2624598C}" type="presParOf" srcId="{9D5F7FC9-3D55-4F01-A865-963DC3552B8C}" destId="{98A045A2-6E8F-4513-86ED-4440830013CA}" srcOrd="12" destOrd="0" presId="urn:microsoft.com/office/officeart/2005/8/layout/default"/>
    <dgm:cxn modelId="{F2F15257-0263-458D-BD60-D6E5D400BA62}" type="presParOf" srcId="{9D5F7FC9-3D55-4F01-A865-963DC3552B8C}" destId="{62DE144F-FA54-44FE-8B56-67ED4579B339}" srcOrd="13" destOrd="0" presId="urn:microsoft.com/office/officeart/2005/8/layout/default"/>
    <dgm:cxn modelId="{C46FE1D7-EE0E-4C4D-A546-C92BCA82BE68}" type="presParOf" srcId="{9D5F7FC9-3D55-4F01-A865-963DC3552B8C}" destId="{D044F077-BD28-4EBE-BE2B-949FF33DB344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1B0615-9C2E-4E29-A4BB-69188396280B}">
      <dsp:nvSpPr>
        <dsp:cNvPr id="0" name=""/>
        <dsp:cNvSpPr/>
      </dsp:nvSpPr>
      <dsp:spPr>
        <a:xfrm>
          <a:off x="0" y="265962"/>
          <a:ext cx="1772311" cy="10633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1" u="none" kern="1200">
              <a:latin typeface="Times New Roman"/>
              <a:cs typeface="Times New Roman"/>
            </a:rPr>
            <a:t>Programming languages (Js) </a:t>
          </a:r>
        </a:p>
      </dsp:txBody>
      <dsp:txXfrm>
        <a:off x="0" y="265962"/>
        <a:ext cx="1772311" cy="1063386"/>
      </dsp:txXfrm>
    </dsp:sp>
    <dsp:sp modelId="{1C702324-041A-405B-BCBC-C26EFFA9F027}">
      <dsp:nvSpPr>
        <dsp:cNvPr id="0" name=""/>
        <dsp:cNvSpPr/>
      </dsp:nvSpPr>
      <dsp:spPr>
        <a:xfrm>
          <a:off x="1949542" y="265962"/>
          <a:ext cx="1772311" cy="10633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1" u="none" kern="1200">
              <a:latin typeface="Times New Roman"/>
              <a:cs typeface="Times New Roman"/>
            </a:rPr>
            <a:t>Designing interface (Figma)</a:t>
          </a:r>
        </a:p>
      </dsp:txBody>
      <dsp:txXfrm>
        <a:off x="1949542" y="265962"/>
        <a:ext cx="1772311" cy="1063386"/>
      </dsp:txXfrm>
    </dsp:sp>
    <dsp:sp modelId="{62422EE8-2D8A-4A7E-A13C-BE47E2CDB660}">
      <dsp:nvSpPr>
        <dsp:cNvPr id="0" name=""/>
        <dsp:cNvSpPr/>
      </dsp:nvSpPr>
      <dsp:spPr>
        <a:xfrm>
          <a:off x="3899084" y="265962"/>
          <a:ext cx="1772311" cy="10633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1" u="none" kern="1200" dirty="0">
              <a:latin typeface="Times New Roman"/>
              <a:cs typeface="Times New Roman"/>
            </a:rPr>
            <a:t>Cloudinary (Storing videos and audios)</a:t>
          </a:r>
        </a:p>
      </dsp:txBody>
      <dsp:txXfrm>
        <a:off x="3899084" y="265962"/>
        <a:ext cx="1772311" cy="1063386"/>
      </dsp:txXfrm>
    </dsp:sp>
    <dsp:sp modelId="{F86F72FB-FE9B-421C-BD7B-AEAB09D7DFF2}">
      <dsp:nvSpPr>
        <dsp:cNvPr id="0" name=""/>
        <dsp:cNvSpPr/>
      </dsp:nvSpPr>
      <dsp:spPr>
        <a:xfrm>
          <a:off x="0" y="1506580"/>
          <a:ext cx="1772311" cy="10633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1" u="none" kern="1200">
              <a:latin typeface="Times New Roman"/>
              <a:cs typeface="Times New Roman"/>
            </a:rPr>
            <a:t>    Firebase</a:t>
          </a:r>
        </a:p>
      </dsp:txBody>
      <dsp:txXfrm>
        <a:off x="0" y="1506580"/>
        <a:ext cx="1772311" cy="1063386"/>
      </dsp:txXfrm>
    </dsp:sp>
    <dsp:sp modelId="{095056D7-4F17-494D-9053-975CA75AD4CF}">
      <dsp:nvSpPr>
        <dsp:cNvPr id="0" name=""/>
        <dsp:cNvSpPr/>
      </dsp:nvSpPr>
      <dsp:spPr>
        <a:xfrm>
          <a:off x="1949542" y="1506580"/>
          <a:ext cx="1772311" cy="10633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1" u="none" kern="1200">
              <a:latin typeface="Times New Roman"/>
              <a:cs typeface="Times New Roman"/>
            </a:rPr>
            <a:t>    Email.Js</a:t>
          </a:r>
        </a:p>
      </dsp:txBody>
      <dsp:txXfrm>
        <a:off x="1949542" y="1506580"/>
        <a:ext cx="1772311" cy="1063386"/>
      </dsp:txXfrm>
    </dsp:sp>
    <dsp:sp modelId="{CFC210D3-2C3C-4031-B26F-8E9EF0727E8F}">
      <dsp:nvSpPr>
        <dsp:cNvPr id="0" name=""/>
        <dsp:cNvSpPr/>
      </dsp:nvSpPr>
      <dsp:spPr>
        <a:xfrm>
          <a:off x="3899084" y="1506580"/>
          <a:ext cx="1772311" cy="10633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1" u="none" kern="1200">
              <a:latin typeface="Times New Roman"/>
              <a:cs typeface="Times New Roman"/>
            </a:rPr>
            <a:t>Apache kafka</a:t>
          </a:r>
        </a:p>
      </dsp:txBody>
      <dsp:txXfrm>
        <a:off x="3899084" y="1506580"/>
        <a:ext cx="1772311" cy="1063386"/>
      </dsp:txXfrm>
    </dsp:sp>
    <dsp:sp modelId="{98A045A2-6E8F-4513-86ED-4440830013CA}">
      <dsp:nvSpPr>
        <dsp:cNvPr id="0" name=""/>
        <dsp:cNvSpPr/>
      </dsp:nvSpPr>
      <dsp:spPr>
        <a:xfrm>
          <a:off x="974771" y="2747198"/>
          <a:ext cx="1772311" cy="10633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1" u="none" kern="1200">
              <a:latin typeface="Times New Roman"/>
              <a:cs typeface="Times New Roman"/>
            </a:rPr>
            <a:t>Zego cloud</a:t>
          </a:r>
        </a:p>
      </dsp:txBody>
      <dsp:txXfrm>
        <a:off x="974771" y="2747198"/>
        <a:ext cx="1772311" cy="1063386"/>
      </dsp:txXfrm>
    </dsp:sp>
    <dsp:sp modelId="{D044F077-BD28-4EBE-BE2B-949FF33DB344}">
      <dsp:nvSpPr>
        <dsp:cNvPr id="0" name=""/>
        <dsp:cNvSpPr/>
      </dsp:nvSpPr>
      <dsp:spPr>
        <a:xfrm>
          <a:off x="2924313" y="2747198"/>
          <a:ext cx="1772311" cy="106338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just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1" u="none" kern="1200">
              <a:latin typeface="Times New Roman"/>
              <a:cs typeface="Times New Roman"/>
            </a:rPr>
            <a:t>Multer</a:t>
          </a:r>
        </a:p>
      </dsp:txBody>
      <dsp:txXfrm>
        <a:off x="2924313" y="2747198"/>
        <a:ext cx="1772311" cy="10633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ha.gov.in/e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www.sih.gov.in/" TargetMode="External"/><Relationship Id="rId4" Type="http://schemas.openxmlformats.org/officeDocument/2006/relationships/hyperlink" Target="https://nodejs.org/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690859" y="1783435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4008" y="1381855"/>
            <a:ext cx="8043535" cy="5425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ea typeface="ＭＳ Ｐゴシック"/>
                <a:cs typeface="Arial"/>
              </a:rPr>
              <a:t>Problem Statement ID – </a:t>
            </a:r>
            <a:r>
              <a:rPr lang="en-US" sz="2400" b="1" dirty="0">
                <a:solidFill>
                  <a:srgbClr val="002060"/>
                </a:solidFill>
                <a:latin typeface="Arial"/>
                <a:ea typeface="ＭＳ Ｐゴシック"/>
                <a:cs typeface="Arial"/>
              </a:rPr>
              <a:t>SIH 1605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ea typeface="ＭＳ Ｐゴシック"/>
                <a:cs typeface="Arial"/>
              </a:rPr>
              <a:t>Problem Statement Title- </a:t>
            </a:r>
            <a:r>
              <a:rPr lang="en-US" sz="2400" b="1" u="sng" strike="noStrike" dirty="0">
                <a:solidFill>
                  <a:srgbClr val="002060"/>
                </a:solidFill>
                <a:effectLst/>
                <a:highlight>
                  <a:srgbClr val="FFFF00"/>
                </a:highlight>
                <a:latin typeface="Comic Sans MS"/>
                <a:ea typeface="ＭＳ Ｐゴシック"/>
              </a:rPr>
              <a:t>Women Safety Analytics – Protecting Women from safety threats.</a:t>
            </a:r>
            <a:endParaRPr lang="en-US" sz="2400" b="1" u="sng" dirty="0">
              <a:solidFill>
                <a:srgbClr val="002060"/>
              </a:solidFill>
              <a:highlight>
                <a:srgbClr val="FFFF00"/>
              </a:highlight>
              <a:latin typeface="Comic Sans MS"/>
              <a:ea typeface="ＭＳ Ｐゴシック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ea typeface="ＭＳ Ｐゴシック"/>
                <a:cs typeface="Arial"/>
              </a:rPr>
              <a:t>Theme- </a:t>
            </a:r>
            <a:r>
              <a:rPr lang="en-IN" sz="2400" b="1" dirty="0">
                <a:solidFill>
                  <a:srgbClr val="002060"/>
                </a:solidFill>
                <a:effectLst/>
                <a:latin typeface="Arial"/>
                <a:ea typeface="ＭＳ Ｐゴシック"/>
                <a:cs typeface="Arial"/>
              </a:rPr>
              <a:t>Miscellaneous</a:t>
            </a:r>
            <a:endParaRPr lang="en-US" sz="2400" b="1" dirty="0">
              <a:solidFill>
                <a:srgbClr val="002060"/>
              </a:solidFill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ea typeface="ＭＳ Ｐゴシック"/>
                <a:cs typeface="Arial"/>
              </a:rPr>
              <a:t>PS Category- </a:t>
            </a:r>
            <a:r>
              <a:rPr lang="en-US" sz="2800" b="1" dirty="0">
                <a:solidFill>
                  <a:srgbClr val="002060"/>
                </a:solidFill>
                <a:latin typeface="Calibri"/>
                <a:ea typeface="ＭＳ Ｐゴシック"/>
                <a:cs typeface="Calibri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ea typeface="ＭＳ Ｐゴシック"/>
                <a:cs typeface="Arial"/>
              </a:rPr>
              <a:t>Team ID- </a:t>
            </a:r>
            <a:r>
              <a:rPr lang="en-IN" sz="2000" kern="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44946</a:t>
            </a:r>
            <a:endParaRPr lang="en-US" sz="2400" b="1" dirty="0">
              <a:latin typeface="Arial"/>
              <a:ea typeface="ＭＳ Ｐゴシック"/>
              <a:cs typeface="Arial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/>
                <a:ea typeface="ＭＳ Ｐゴシック"/>
                <a:cs typeface="Arial"/>
              </a:rPr>
              <a:t>Team Name (Registered on portal)- </a:t>
            </a:r>
            <a:r>
              <a:rPr lang="en-US" sz="2400" b="1" dirty="0">
                <a:solidFill>
                  <a:srgbClr val="002060"/>
                </a:solidFill>
                <a:latin typeface="Arial"/>
                <a:ea typeface="ＭＳ Ｐゴシック"/>
                <a:cs typeface="Arial"/>
              </a:rPr>
              <a:t>Team4AM</a:t>
            </a:r>
            <a:endParaRPr lang="en-IN" sz="2400" b="1" dirty="0">
              <a:solidFill>
                <a:srgbClr val="002060"/>
              </a:solidFill>
              <a:latin typeface="Arial"/>
              <a:ea typeface="ＭＳ Ｐゴシック"/>
              <a:cs typeface="Arial"/>
            </a:endParaRPr>
          </a:p>
        </p:txBody>
      </p:sp>
      <p:pic>
        <p:nvPicPr>
          <p:cNvPr id="9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/>
                <a:ea typeface="ＭＳ Ｐゴシック"/>
                <a:cs typeface="Times New Roman"/>
              </a:rPr>
              <a:t>Stand With Her</a:t>
            </a:r>
            <a:endParaRPr lang="en-US" sz="3600" b="1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11EEE24-E102-C37C-1609-98CD57373F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ea typeface="ＭＳ Ｐゴシック"/>
              </a:rPr>
              <a:t>IDEA AND SOLUTIONS</a:t>
            </a:r>
          </a:p>
          <a:p>
            <a:r>
              <a:rPr lang="en-US" sz="1800" dirty="0">
                <a:latin typeface="Arial"/>
                <a:ea typeface="ＭＳ Ｐゴシック"/>
              </a:rPr>
              <a:t>Allow users to add </a:t>
            </a:r>
            <a:r>
              <a:rPr lang="en-US" sz="1800" b="1" dirty="0">
                <a:highlight>
                  <a:srgbClr val="FFFF00"/>
                </a:highlight>
                <a:latin typeface="Arial"/>
                <a:ea typeface="ＭＳ Ｐゴシック"/>
              </a:rPr>
              <a:t>multiple emergency contacts</a:t>
            </a:r>
            <a:r>
              <a:rPr lang="en-US" sz="1800" dirty="0">
                <a:latin typeface="Arial"/>
                <a:ea typeface="ＭＳ Ｐゴシック"/>
              </a:rPr>
              <a:t> who will receive the SOS message.</a:t>
            </a:r>
          </a:p>
          <a:p>
            <a:r>
              <a:rPr lang="en-US" sz="1800" b="1" dirty="0">
                <a:latin typeface="Arial"/>
                <a:ea typeface="ＭＳ Ｐゴシック"/>
              </a:rPr>
              <a:t>User Authentication: </a:t>
            </a:r>
            <a:r>
              <a:rPr lang="en-US" sz="1800" dirty="0">
                <a:latin typeface="Arial"/>
                <a:ea typeface="ＭＳ Ｐゴシック"/>
              </a:rPr>
              <a:t>Allow users to register and log in.</a:t>
            </a:r>
          </a:p>
          <a:p>
            <a:r>
              <a:rPr lang="en-US" sz="1800" b="1" dirty="0">
                <a:latin typeface="Arial"/>
                <a:ea typeface="ＭＳ Ｐゴシック"/>
              </a:rPr>
              <a:t>Google Maps API:</a:t>
            </a:r>
            <a:r>
              <a:rPr lang="en-US" sz="1800" dirty="0">
                <a:latin typeface="Arial"/>
                <a:ea typeface="ＭＳ Ｐゴシック"/>
              </a:rPr>
              <a:t> For</a:t>
            </a:r>
            <a:r>
              <a:rPr lang="en-US" sz="1800" dirty="0">
                <a:highlight>
                  <a:srgbClr val="FFFF00"/>
                </a:highlight>
                <a:latin typeface="Arial"/>
                <a:ea typeface="ＭＳ Ｐゴシック"/>
              </a:rPr>
              <a:t> live location tracking</a:t>
            </a:r>
            <a:r>
              <a:rPr lang="en-US" sz="1800" dirty="0">
                <a:latin typeface="Arial"/>
                <a:ea typeface="ＭＳ Ｐゴシック"/>
              </a:rPr>
              <a:t> and </a:t>
            </a:r>
            <a:r>
              <a:rPr lang="en-US" sz="1800" dirty="0">
                <a:highlight>
                  <a:srgbClr val="FFFF00"/>
                </a:highlight>
                <a:latin typeface="Arial"/>
                <a:ea typeface="ＭＳ Ｐゴシック"/>
              </a:rPr>
              <a:t>safe route </a:t>
            </a:r>
            <a:r>
              <a:rPr lang="en-US" sz="1800" dirty="0">
                <a:latin typeface="Arial"/>
                <a:ea typeface="ＭＳ Ｐゴシック"/>
              </a:rPr>
              <a:t>suggestions.</a:t>
            </a:r>
          </a:p>
          <a:p>
            <a:r>
              <a:rPr lang="en-US" sz="1800" dirty="0">
                <a:latin typeface="Arial"/>
                <a:ea typeface="ＭＳ Ｐゴシック"/>
              </a:rPr>
              <a:t>Use </a:t>
            </a:r>
            <a:r>
              <a:rPr lang="en-US" sz="1800" b="1" dirty="0">
                <a:highlight>
                  <a:srgbClr val="FFFF00"/>
                </a:highlight>
                <a:latin typeface="Arial"/>
                <a:ea typeface="ＭＳ Ｐゴシック"/>
              </a:rPr>
              <a:t>React Native Push Notification</a:t>
            </a:r>
            <a:r>
              <a:rPr lang="en-US" sz="1800" dirty="0">
                <a:highlight>
                  <a:srgbClr val="FFFF00"/>
                </a:highlight>
                <a:latin typeface="Arial"/>
                <a:ea typeface="ＭＳ Ｐゴシック"/>
              </a:rPr>
              <a:t> </a:t>
            </a:r>
            <a:r>
              <a:rPr lang="en-US" sz="1800" dirty="0">
                <a:latin typeface="Arial"/>
                <a:ea typeface="ＭＳ Ｐゴシック"/>
              </a:rPr>
              <a:t>to send push notifications to the user when an emergency alert is sent.</a:t>
            </a:r>
          </a:p>
          <a:p>
            <a:r>
              <a:rPr lang="en-US" sz="1800" dirty="0">
                <a:latin typeface="Arial"/>
                <a:ea typeface="ＭＳ Ｐゴシック"/>
              </a:rPr>
              <a:t>A prominent button that, when pressed, sends an </a:t>
            </a:r>
            <a:r>
              <a:rPr lang="en-US" sz="1800" b="1" dirty="0">
                <a:highlight>
                  <a:srgbClr val="FFFF00"/>
                </a:highlight>
                <a:latin typeface="Arial"/>
                <a:ea typeface="ＭＳ Ｐゴシック"/>
              </a:rPr>
              <a:t>emergency alert</a:t>
            </a:r>
            <a:r>
              <a:rPr lang="en-US" sz="1800" dirty="0">
                <a:highlight>
                  <a:srgbClr val="FFFF00"/>
                </a:highlight>
                <a:latin typeface="Arial"/>
                <a:ea typeface="ＭＳ Ｐゴシック"/>
              </a:rPr>
              <a:t> with the user’s live location </a:t>
            </a:r>
            <a:r>
              <a:rPr lang="en-US" sz="1800" dirty="0">
                <a:latin typeface="Arial"/>
                <a:ea typeface="ＭＳ Ｐゴシック"/>
              </a:rPr>
              <a:t>to selected contacts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D3AC7-2248-62D9-8091-7D7E270EA7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002060"/>
                </a:solidFill>
                <a:latin typeface="Arial"/>
                <a:ea typeface="ＭＳ Ｐゴシック"/>
              </a:rPr>
              <a:t>UNIQUE VALUE PROPOGATIONS</a:t>
            </a:r>
          </a:p>
          <a:p>
            <a:endParaRPr lang="en-US" sz="2000" b="1" dirty="0">
              <a:solidFill>
                <a:srgbClr val="002060"/>
              </a:solidFill>
              <a:latin typeface="Arial"/>
              <a:ea typeface="ＭＳ Ｐゴシック"/>
            </a:endParaRPr>
          </a:p>
          <a:p>
            <a:r>
              <a:rPr lang="en-US" sz="2000" b="1" u="sng" dirty="0">
                <a:latin typeface="Arial"/>
                <a:ea typeface="ＭＳ Ｐゴシック"/>
              </a:rPr>
              <a:t>StandWithHer</a:t>
            </a:r>
            <a:r>
              <a:rPr lang="en-US" sz="2000" dirty="0">
                <a:latin typeface="Arial"/>
                <a:ea typeface="ＭＳ Ｐゴシック"/>
              </a:rPr>
              <a:t> </a:t>
            </a:r>
            <a:r>
              <a:rPr lang="en-US" sz="1800" dirty="0">
                <a:latin typeface="Arial"/>
                <a:ea typeface="ＭＳ Ｐゴシック"/>
              </a:rPr>
              <a:t>is not just another safety app—it’s a complete safety companion.</a:t>
            </a:r>
            <a:r>
              <a:rPr lang="en-US" sz="1800" b="1" dirty="0">
                <a:highlight>
                  <a:srgbClr val="FFFF00"/>
                </a:highlight>
                <a:latin typeface="Arial"/>
                <a:ea typeface="ＭＳ Ｐゴシック"/>
              </a:rPr>
              <a:t> It uniquely offers real-time audio and video recording, live location tracking, and one-tap SOS calling</a:t>
            </a:r>
            <a:r>
              <a:rPr lang="en-US" sz="1800" dirty="0">
                <a:latin typeface="Arial"/>
                <a:ea typeface="ＭＳ Ｐゴシック"/>
              </a:rPr>
              <a:t> to offer immediate assistance in critical moments. With</a:t>
            </a:r>
            <a:r>
              <a:rPr lang="en-US" sz="1800" b="1" u="sng" dirty="0">
                <a:latin typeface="Arial"/>
                <a:ea typeface="ＭＳ Ｐゴシック"/>
              </a:rPr>
              <a:t> </a:t>
            </a:r>
            <a:r>
              <a:rPr lang="en-US" sz="2000" b="1" u="sng" dirty="0">
                <a:latin typeface="Arial"/>
                <a:ea typeface="ＭＳ Ｐゴシック"/>
              </a:rPr>
              <a:t>StandWithHer</a:t>
            </a:r>
            <a:r>
              <a:rPr lang="en-US" sz="1800" b="1" u="sng" dirty="0">
                <a:latin typeface="Arial"/>
                <a:ea typeface="ＭＳ Ｐゴシック"/>
              </a:rPr>
              <a:t>,</a:t>
            </a:r>
            <a:r>
              <a:rPr lang="en-US" sz="1800" dirty="0">
                <a:latin typeface="Arial"/>
                <a:ea typeface="ＭＳ Ｐゴシック"/>
              </a:rPr>
              <a:t> help is always just a click away, giving users the </a:t>
            </a:r>
            <a:r>
              <a:rPr lang="en-US" sz="1800" dirty="0">
                <a:highlight>
                  <a:srgbClr val="FFFF00"/>
                </a:highlight>
                <a:latin typeface="Arial"/>
                <a:ea typeface="ＭＳ Ｐゴシック"/>
              </a:rPr>
              <a:t>peace of mind </a:t>
            </a:r>
            <a:r>
              <a:rPr lang="en-US" sz="1800" dirty="0">
                <a:latin typeface="Arial"/>
                <a:ea typeface="ＭＳ Ｐゴシック"/>
              </a:rPr>
              <a:t>they deserve.</a:t>
            </a:r>
          </a:p>
          <a:p>
            <a:pPr marL="0" indent="0">
              <a:buNone/>
            </a:pPr>
            <a:endParaRPr lang="en-US" sz="1600" dirty="0">
              <a:latin typeface="Arial"/>
              <a:ea typeface="ＭＳ Ｐゴシック"/>
            </a:endParaRPr>
          </a:p>
          <a:p>
            <a:endParaRPr lang="en-US" sz="1600" dirty="0">
              <a:latin typeface="Arial"/>
            </a:endParaRPr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81701" y="206028"/>
            <a:ext cx="1921460" cy="64092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 dirty="0"/>
              <a:t>Team4AM</a:t>
            </a:r>
            <a:endParaRPr lang="en-IN" b="1" i="1" dirty="0"/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80465" y="-686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2A3A8D4-BD86-6908-E519-3F5C7F90F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7764" y="1399414"/>
            <a:ext cx="5386917" cy="639762"/>
          </a:xfrm>
        </p:spPr>
        <p:txBody>
          <a:bodyPr/>
          <a:lstStyle/>
          <a:p>
            <a:r>
              <a:rPr lang="en-US" sz="3600" i="1" u="sng" dirty="0">
                <a:solidFill>
                  <a:srgbClr val="436106"/>
                </a:solidFill>
                <a:latin typeface="Comic Sans MS"/>
                <a:ea typeface="ＭＳ Ｐゴシック"/>
              </a:rPr>
              <a:t>T</a:t>
            </a:r>
            <a:r>
              <a:rPr lang="en-US" sz="2800" i="1" u="sng" dirty="0">
                <a:solidFill>
                  <a:srgbClr val="436106"/>
                </a:solidFill>
                <a:latin typeface="Comic Sans MS"/>
                <a:ea typeface="ＭＳ Ｐゴシック"/>
              </a:rPr>
              <a:t>echnologies to be used :</a:t>
            </a:r>
            <a:endParaRPr lang="en-US" sz="2800" i="1" u="sng" dirty="0">
              <a:solidFill>
                <a:srgbClr val="436106"/>
              </a:solidFill>
              <a:latin typeface="Comic Sans MS"/>
            </a:endParaRPr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7C9F04F1-9645-1CDF-3694-42BD65E4B990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520049663"/>
              </p:ext>
            </p:extLst>
          </p:nvPr>
        </p:nvGraphicFramePr>
        <p:xfrm>
          <a:off x="326322" y="2279259"/>
          <a:ext cx="5671396" cy="4076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90551" y="9153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89728"/>
            <a:ext cx="2068653" cy="9292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Team4AM</a:t>
            </a:r>
            <a:endParaRPr lang="en-IN" b="1" dirty="0">
              <a:ea typeface="Calibri"/>
              <a:cs typeface="Calibri"/>
            </a:endParaRPr>
          </a:p>
        </p:txBody>
      </p:sp>
      <p:pic>
        <p:nvPicPr>
          <p:cNvPr id="26" name="Picture 25" descr="A diagram of a flow chart&#10;&#10;Description automatically generated">
            <a:extLst>
              <a:ext uri="{FF2B5EF4-FFF2-40B4-BE49-F238E27FC236}">
                <a16:creationId xmlns:a16="http://schemas.microsoft.com/office/drawing/2014/main" id="{2F46E9F4-0BA9-7F32-F9F3-3CD8E3C93A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7718" y="2132166"/>
            <a:ext cx="6176359" cy="43707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65164" y="4338"/>
            <a:ext cx="3936743" cy="1152756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E1DF4D5-F74B-83CC-71CA-E28B4A65E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9734" y="1159357"/>
            <a:ext cx="5715559" cy="5196893"/>
          </a:xfrm>
        </p:spPr>
        <p:txBody>
          <a:bodyPr/>
          <a:lstStyle/>
          <a:p>
            <a:r>
              <a:rPr lang="en-IN" sz="2400" b="1" u="sng" dirty="0">
                <a:latin typeface="Comic Sans MS"/>
                <a:ea typeface="ＭＳ Ｐゴシック"/>
              </a:rPr>
              <a:t>F</a:t>
            </a:r>
            <a:r>
              <a:rPr lang="en-IN" sz="1800" b="1" u="sng" dirty="0">
                <a:latin typeface="Comic Sans MS"/>
                <a:ea typeface="ＭＳ Ｐゴシック"/>
              </a:rPr>
              <a:t>EASIBILTY:</a:t>
            </a:r>
          </a:p>
          <a:p>
            <a:r>
              <a:rPr lang="en-IN" sz="2000" b="1" u="sng" dirty="0">
                <a:solidFill>
                  <a:srgbClr val="002060"/>
                </a:solidFill>
                <a:latin typeface="Aptos Display" panose="020B0004020202020204" pitchFamily="34" charset="0"/>
                <a:ea typeface="ＭＳ Ｐゴシック"/>
              </a:rPr>
              <a:t>1.Market Demand:</a:t>
            </a:r>
            <a:r>
              <a:rPr lang="en-IN" sz="2000" dirty="0">
                <a:latin typeface="Aptos Display" panose="020B0004020202020204" pitchFamily="34" charset="0"/>
                <a:ea typeface="ＭＳ Ｐゴシック"/>
              </a:rPr>
              <a:t> </a:t>
            </a:r>
            <a:r>
              <a:rPr lang="en-IN" sz="1800" b="1" dirty="0">
                <a:ea typeface="ＭＳ Ｐゴシック"/>
              </a:rPr>
              <a:t>Growing awareness and demand for </a:t>
            </a:r>
            <a:r>
              <a:rPr lang="en-IN" sz="1800" b="1" dirty="0">
                <a:highlight>
                  <a:srgbClr val="FFFF00"/>
                </a:highlight>
                <a:ea typeface="ＭＳ Ｐゴシック"/>
              </a:rPr>
              <a:t>safety solutions for women.</a:t>
            </a:r>
            <a:endParaRPr lang="en-IN" sz="1800" b="1" dirty="0">
              <a:ea typeface="ＭＳ Ｐゴシック"/>
            </a:endParaRPr>
          </a:p>
          <a:p>
            <a:r>
              <a:rPr lang="en-IN" sz="1800" b="1" dirty="0">
                <a:solidFill>
                  <a:srgbClr val="002060"/>
                </a:solidFill>
                <a:latin typeface="Aptos Display" panose="020B0004020202020204" pitchFamily="34" charset="0"/>
                <a:ea typeface="ＭＳ Ｐゴシック"/>
              </a:rPr>
              <a:t>2. </a:t>
            </a:r>
            <a:r>
              <a:rPr lang="en-IN" sz="2000" b="1" u="sng" dirty="0">
                <a:solidFill>
                  <a:srgbClr val="002060"/>
                </a:solidFill>
                <a:latin typeface="Aptos Display" panose="020B0004020202020204" pitchFamily="34" charset="0"/>
                <a:ea typeface="ＭＳ Ｐゴシック"/>
              </a:rPr>
              <a:t>User Experience:</a:t>
            </a:r>
            <a:r>
              <a:rPr lang="en-IN" sz="2000" b="1" u="sng" dirty="0">
                <a:solidFill>
                  <a:srgbClr val="FF0000"/>
                </a:solidFill>
                <a:latin typeface="Aptos Display" panose="020B0004020202020204" pitchFamily="34" charset="0"/>
                <a:ea typeface="ＭＳ Ｐゴシック"/>
              </a:rPr>
              <a:t> </a:t>
            </a:r>
            <a:r>
              <a:rPr lang="en-IN" sz="1800" b="1" dirty="0">
                <a:ea typeface="ＭＳ Ｐゴシック"/>
              </a:rPr>
              <a:t>Simple, intuitive design to </a:t>
            </a:r>
            <a:r>
              <a:rPr lang="en-IN" sz="1800" b="1" dirty="0">
                <a:highlight>
                  <a:srgbClr val="FFFF00"/>
                </a:highlight>
                <a:ea typeface="ＭＳ Ｐゴシック"/>
              </a:rPr>
              <a:t>encourage </a:t>
            </a:r>
            <a:r>
              <a:rPr lang="en-IN" sz="1800" b="1" dirty="0">
                <a:ea typeface="ＭＳ Ｐゴシック"/>
              </a:rPr>
              <a:t>usage; </a:t>
            </a:r>
            <a:r>
              <a:rPr lang="en-IN" sz="1800" b="1" dirty="0">
                <a:highlight>
                  <a:srgbClr val="FFFF00"/>
                </a:highlight>
                <a:ea typeface="ＭＳ Ｐゴシック"/>
              </a:rPr>
              <a:t>voice activation </a:t>
            </a:r>
            <a:r>
              <a:rPr lang="en-IN" sz="1800" b="1" dirty="0">
                <a:ea typeface="ＭＳ Ｐゴシック"/>
              </a:rPr>
              <a:t>and discreet</a:t>
            </a:r>
            <a:r>
              <a:rPr lang="en-IN" sz="1800" b="1" dirty="0">
                <a:highlight>
                  <a:srgbClr val="FFFF00"/>
                </a:highlight>
                <a:ea typeface="ＭＳ Ｐゴシック"/>
              </a:rPr>
              <a:t> alerts</a:t>
            </a:r>
            <a:r>
              <a:rPr lang="en-IN" sz="1800" b="1" dirty="0">
                <a:ea typeface="ＭＳ Ｐゴシック"/>
              </a:rPr>
              <a:t> can enhance safety.</a:t>
            </a:r>
            <a:endParaRPr lang="en-IN" b="1" dirty="0">
              <a:ea typeface="ＭＳ Ｐゴシック"/>
            </a:endParaRPr>
          </a:p>
          <a:p>
            <a:r>
              <a:rPr lang="en-IN" sz="2400" b="1" i="1" u="sng" dirty="0">
                <a:latin typeface="Comic Sans MS"/>
                <a:ea typeface="ＭＳ Ｐゴシック"/>
              </a:rPr>
              <a:t>V</a:t>
            </a:r>
            <a:r>
              <a:rPr lang="en-IN" sz="1800" b="1" i="1" u="sng" dirty="0">
                <a:latin typeface="Comic Sans MS"/>
                <a:ea typeface="ＭＳ Ｐゴシック"/>
              </a:rPr>
              <a:t>IABILITY:</a:t>
            </a:r>
            <a:endParaRPr lang="en-IN" dirty="0">
              <a:ea typeface="ＭＳ Ｐゴシック"/>
            </a:endParaRPr>
          </a:p>
          <a:p>
            <a:r>
              <a:rPr lang="en-IN" sz="2000" b="1" u="sng" dirty="0">
                <a:solidFill>
                  <a:srgbClr val="002060"/>
                </a:solidFill>
                <a:latin typeface="Aptos Display" panose="020B0004020202020204" pitchFamily="34" charset="0"/>
                <a:ea typeface="ＭＳ Ｐゴシック"/>
              </a:rPr>
              <a:t>1.Technology Integration:</a:t>
            </a:r>
            <a:r>
              <a:rPr lang="en-IN" sz="1800" dirty="0">
                <a:solidFill>
                  <a:srgbClr val="436106"/>
                </a:solidFill>
                <a:latin typeface="Aptos Display" panose="020B0004020202020204" pitchFamily="34" charset="0"/>
                <a:ea typeface="ＭＳ Ｐゴシック"/>
              </a:rPr>
              <a:t> </a:t>
            </a:r>
            <a:r>
              <a:rPr lang="en-IN" sz="1800" b="1" dirty="0">
                <a:ea typeface="ＭＳ Ｐゴシック"/>
              </a:rPr>
              <a:t>GPS, </a:t>
            </a:r>
            <a:r>
              <a:rPr lang="en-IN" sz="1800" b="1" dirty="0">
                <a:highlight>
                  <a:srgbClr val="FFFF00"/>
                </a:highlight>
                <a:ea typeface="ＭＳ Ｐゴシック"/>
              </a:rPr>
              <a:t>mobile network</a:t>
            </a:r>
            <a:r>
              <a:rPr lang="en-IN" sz="1800" b="1" dirty="0">
                <a:ea typeface="ＭＳ Ｐゴシック"/>
              </a:rPr>
              <a:t>, and</a:t>
            </a:r>
            <a:r>
              <a:rPr lang="en-IN" sz="1800" b="1" dirty="0">
                <a:highlight>
                  <a:srgbClr val="FFFF00"/>
                </a:highlight>
                <a:ea typeface="ＭＳ Ｐゴシック"/>
              </a:rPr>
              <a:t> Real-time tracking</a:t>
            </a:r>
            <a:r>
              <a:rPr lang="en-IN" sz="1800" b="1" dirty="0">
                <a:ea typeface="ＭＳ Ｐゴシック"/>
              </a:rPr>
              <a:t>, panic alerts, and threat analysis.</a:t>
            </a:r>
          </a:p>
          <a:p>
            <a:r>
              <a:rPr lang="en-IN" sz="2000" b="1" u="sng" dirty="0">
                <a:solidFill>
                  <a:srgbClr val="002060"/>
                </a:solidFill>
                <a:latin typeface="Aptos Display" panose="020B0004020202020204" pitchFamily="34" charset="0"/>
                <a:ea typeface="ＭＳ Ｐゴシック"/>
              </a:rPr>
              <a:t>2. Unique Features:</a:t>
            </a:r>
          </a:p>
          <a:p>
            <a:pPr marL="285750" indent="-285750">
              <a:buAutoNum type="arabicPeriod"/>
            </a:pPr>
            <a:r>
              <a:rPr lang="en-IN" sz="1800" b="1" dirty="0">
                <a:highlight>
                  <a:srgbClr val="FFFF00"/>
                </a:highlight>
                <a:ea typeface="ＭＳ Ｐゴシック"/>
              </a:rPr>
              <a:t>SOS button </a:t>
            </a:r>
            <a:r>
              <a:rPr lang="en-IN" sz="1800" b="1" dirty="0">
                <a:ea typeface="ＭＳ Ｐゴシック"/>
              </a:rPr>
              <a:t>for immediate alerts to trusted contacts.</a:t>
            </a:r>
          </a:p>
          <a:p>
            <a:pPr marL="285750" indent="-285750">
              <a:buAutoNum type="arabicPeriod"/>
            </a:pPr>
            <a:r>
              <a:rPr lang="en-IN" sz="1800" b="1" dirty="0">
                <a:highlight>
                  <a:srgbClr val="FFFF00"/>
                </a:highlight>
                <a:ea typeface="ＭＳ Ｐゴシック"/>
              </a:rPr>
              <a:t>Live location</a:t>
            </a:r>
            <a:r>
              <a:rPr lang="en-IN" sz="1800" b="1" dirty="0">
                <a:ea typeface="ＭＳ Ｐゴシック"/>
              </a:rPr>
              <a:t> sharing and tracking.</a:t>
            </a:r>
          </a:p>
          <a:p>
            <a:pPr marL="285750" indent="-285750">
              <a:buAutoNum type="arabicPeriod"/>
            </a:pPr>
            <a:r>
              <a:rPr lang="en-IN" sz="1800" b="1" dirty="0">
                <a:highlight>
                  <a:srgbClr val="FFFF00"/>
                </a:highlight>
                <a:ea typeface="ＭＳ Ｐゴシック"/>
              </a:rPr>
              <a:t>Community support</a:t>
            </a:r>
            <a:r>
              <a:rPr lang="en-IN" sz="1800" b="1" dirty="0">
                <a:ea typeface="ＭＳ Ｐゴシック"/>
              </a:rPr>
              <a:t> (Women helpline centres, verified users).</a:t>
            </a:r>
          </a:p>
          <a:p>
            <a:pPr marL="285750" indent="-285750">
              <a:buAutoNum type="arabicPeriod"/>
            </a:pPr>
            <a:endParaRPr lang="en-IN" sz="1600" b="1" i="1" u="sng" dirty="0">
              <a:latin typeface="Comic Sans MS"/>
            </a:endParaRPr>
          </a:p>
          <a:p>
            <a:endParaRPr lang="en-IN" sz="1800" b="1" dirty="0"/>
          </a:p>
          <a:p>
            <a:endParaRPr lang="en-IN" sz="2000" b="1" i="1" u="sng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37476" y="0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231567" y="130603"/>
            <a:ext cx="1798820" cy="67389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Team4AM</a:t>
            </a:r>
            <a:endParaRPr lang="en-IN" b="1" dirty="0">
              <a:ea typeface="Calibri"/>
              <a:cs typeface="Calibri"/>
            </a:endParaRPr>
          </a:p>
        </p:txBody>
      </p:sp>
      <p:pic>
        <p:nvPicPr>
          <p:cNvPr id="4" name="Content Placeholder 3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AD4F12D3-0466-D330-104E-D9B0598037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92722" y="1156587"/>
            <a:ext cx="5860212" cy="5034951"/>
          </a:xfr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2000" y="317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77123" y="1474424"/>
            <a:ext cx="11457291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algn="just">
              <a:defRPr/>
            </a:pPr>
            <a:r>
              <a:rPr lang="en-US" sz="4000" b="1" u="sng" dirty="0">
                <a:solidFill>
                  <a:srgbClr val="002060"/>
                </a:solidFill>
                <a:latin typeface="Arial"/>
                <a:ea typeface="ＭＳ Ｐゴシック"/>
                <a:cs typeface="Arial"/>
              </a:rPr>
              <a:t>P</a:t>
            </a:r>
            <a:r>
              <a:rPr lang="en-US" sz="3200" b="1" u="sng" dirty="0">
                <a:solidFill>
                  <a:srgbClr val="002060"/>
                </a:solidFill>
                <a:latin typeface="Arial"/>
                <a:ea typeface="ＭＳ Ｐゴシック"/>
                <a:cs typeface="Arial"/>
              </a:rPr>
              <a:t>otential impact on the target audience:</a:t>
            </a:r>
            <a:endParaRPr lang="en-US" sz="3200" b="1" u="sng" dirty="0">
              <a:solidFill>
                <a:srgbClr val="002060"/>
              </a:solidFill>
              <a:cs typeface="Calibri"/>
            </a:endParaRPr>
          </a:p>
          <a:p>
            <a:pPr algn="just">
              <a:defRPr/>
            </a:pPr>
            <a:r>
              <a:rPr lang="en-US" sz="2800" b="1" dirty="0">
                <a:solidFill>
                  <a:srgbClr val="002060"/>
                </a:solidFill>
                <a:latin typeface="Calibri"/>
                <a:ea typeface="ＭＳ Ｐゴシック"/>
                <a:cs typeface="Calibri"/>
              </a:rPr>
              <a:t>1.</a:t>
            </a:r>
            <a:r>
              <a:rPr lang="en-US" sz="3200" b="1" dirty="0">
                <a:solidFill>
                  <a:srgbClr val="002060"/>
                </a:solidFill>
                <a:latin typeface="Comic Sans MS"/>
                <a:ea typeface="ＭＳ Ｐゴシック"/>
                <a:cs typeface="Calibri"/>
              </a:rPr>
              <a:t>P</a:t>
            </a:r>
            <a:r>
              <a:rPr lang="en-US" sz="2800" b="1" dirty="0">
                <a:solidFill>
                  <a:srgbClr val="002060"/>
                </a:solidFill>
                <a:latin typeface="Calibri"/>
                <a:ea typeface="ＭＳ Ｐゴシック"/>
                <a:cs typeface="Calibri"/>
              </a:rPr>
              <a:t>OSITIVES:</a:t>
            </a:r>
            <a:r>
              <a:rPr lang="en-US" sz="2800" b="1" dirty="0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 </a:t>
            </a:r>
            <a:r>
              <a:rPr lang="en-US" sz="2400" b="1" u="sng" dirty="0">
                <a:solidFill>
                  <a:srgbClr val="0070C0"/>
                </a:solidFill>
                <a:latin typeface="Comic Sans MS"/>
                <a:ea typeface="ＭＳ Ｐゴシック"/>
                <a:cs typeface="Calibri"/>
              </a:rPr>
              <a:t>Enhanced security</a:t>
            </a:r>
            <a:r>
              <a:rPr lang="en-US" sz="2400" b="1" dirty="0">
                <a:solidFill>
                  <a:srgbClr val="0070C0"/>
                </a:solidFill>
                <a:latin typeface="Comic Sans MS"/>
                <a:ea typeface="ＭＳ Ｐゴシック"/>
                <a:cs typeface="Calibri"/>
              </a:rPr>
              <a:t>, </a:t>
            </a:r>
            <a:r>
              <a:rPr lang="en-US" sz="2400" b="1" dirty="0">
                <a:solidFill>
                  <a:srgbClr val="0070C0"/>
                </a:solidFill>
                <a:highlight>
                  <a:srgbClr val="FFFF00"/>
                </a:highlight>
                <a:latin typeface="Comic Sans MS"/>
                <a:ea typeface="ＭＳ Ｐゴシック"/>
                <a:cs typeface="Calibri"/>
              </a:rPr>
              <a:t>Increased educational awareness</a:t>
            </a:r>
            <a:r>
              <a:rPr lang="en-US" sz="2400" b="1" dirty="0">
                <a:solidFill>
                  <a:srgbClr val="0070C0"/>
                </a:solidFill>
                <a:latin typeface="Comic Sans MS"/>
                <a:ea typeface="ＭＳ Ｐゴシック"/>
                <a:cs typeface="Calibri"/>
              </a:rPr>
              <a:t>, </a:t>
            </a:r>
            <a:r>
              <a:rPr lang="en-US" sz="2400" b="1" dirty="0">
                <a:solidFill>
                  <a:srgbClr val="0070C0"/>
                </a:solidFill>
                <a:highlight>
                  <a:srgbClr val="FFFF00"/>
                </a:highlight>
                <a:latin typeface="Comic Sans MS"/>
                <a:ea typeface="ＭＳ Ｐゴシック"/>
                <a:cs typeface="Calibri"/>
              </a:rPr>
              <a:t>Women</a:t>
            </a:r>
            <a:r>
              <a:rPr lang="en-US" sz="2400" b="1" dirty="0">
                <a:solidFill>
                  <a:srgbClr val="0070C0"/>
                </a:solidFill>
                <a:latin typeface="Comic Sans MS"/>
                <a:ea typeface="ＭＳ Ｐゴシック"/>
                <a:cs typeface="Calibri"/>
              </a:rPr>
              <a:t> </a:t>
            </a:r>
            <a:r>
              <a:rPr lang="en-US" sz="2400" b="1" dirty="0">
                <a:solidFill>
                  <a:srgbClr val="0070C0"/>
                </a:solidFill>
                <a:highlight>
                  <a:srgbClr val="FFFF00"/>
                </a:highlight>
                <a:latin typeface="Comic Sans MS"/>
                <a:ea typeface="ＭＳ Ｐゴシック"/>
                <a:cs typeface="Calibri"/>
              </a:rPr>
              <a:t>empowerment</a:t>
            </a:r>
            <a:r>
              <a:rPr lang="en-US" sz="2400" b="1" dirty="0">
                <a:solidFill>
                  <a:srgbClr val="0070C0"/>
                </a:solidFill>
                <a:latin typeface="Comic Sans MS"/>
                <a:ea typeface="ＭＳ Ｐゴシック"/>
                <a:cs typeface="Calibri"/>
              </a:rPr>
              <a:t>, equality, </a:t>
            </a:r>
            <a:r>
              <a:rPr lang="en-US" sz="2400" b="1" dirty="0">
                <a:solidFill>
                  <a:srgbClr val="0070C0"/>
                </a:solidFill>
                <a:highlight>
                  <a:srgbClr val="FFFF00"/>
                </a:highlight>
                <a:latin typeface="Comic Sans MS"/>
                <a:ea typeface="ＭＳ Ｐゴシック"/>
                <a:cs typeface="Calibri"/>
              </a:rPr>
              <a:t>new opportunities</a:t>
            </a:r>
            <a:r>
              <a:rPr lang="en-US" sz="2400" b="1" dirty="0">
                <a:solidFill>
                  <a:srgbClr val="0070C0"/>
                </a:solidFill>
                <a:latin typeface="Comic Sans MS"/>
                <a:ea typeface="ＭＳ Ｐゴシック"/>
                <a:cs typeface="Calibri"/>
              </a:rPr>
              <a:t>, community support , enhanced personal safety, Data collection</a:t>
            </a:r>
            <a:r>
              <a:rPr lang="en-US" sz="2800" b="1" dirty="0">
                <a:solidFill>
                  <a:srgbClr val="0070C0"/>
                </a:solidFill>
                <a:latin typeface="Comic Sans MS"/>
                <a:ea typeface="ＭＳ Ｐゴシック"/>
                <a:cs typeface="Calibri"/>
              </a:rPr>
              <a:t>.   </a:t>
            </a:r>
            <a:endParaRPr lang="en-US" sz="2800" b="1" dirty="0">
              <a:solidFill>
                <a:srgbClr val="0070C0"/>
              </a:solidFill>
              <a:latin typeface="Comic Sans MS"/>
              <a:cs typeface="Calibri"/>
            </a:endParaRPr>
          </a:p>
          <a:p>
            <a:pPr algn="just">
              <a:defRPr/>
            </a:pPr>
            <a:r>
              <a:rPr lang="en-US" sz="2800" b="1" dirty="0">
                <a:solidFill>
                  <a:srgbClr val="002060"/>
                </a:solidFill>
                <a:latin typeface="Calibri"/>
                <a:ea typeface="ＭＳ Ｐゴシック"/>
                <a:cs typeface="Arial"/>
              </a:rPr>
              <a:t>2.</a:t>
            </a:r>
            <a:r>
              <a:rPr lang="en-US" sz="3200" b="1" dirty="0">
                <a:solidFill>
                  <a:srgbClr val="002060"/>
                </a:solidFill>
                <a:latin typeface="Comic Sans MS"/>
                <a:ea typeface="ＭＳ Ｐゴシック"/>
                <a:cs typeface="Arial"/>
              </a:rPr>
              <a:t>N</a:t>
            </a:r>
            <a:r>
              <a:rPr lang="en-US" sz="2800" b="1" dirty="0">
                <a:solidFill>
                  <a:srgbClr val="002060"/>
                </a:solidFill>
                <a:latin typeface="Calibri"/>
                <a:ea typeface="ＭＳ Ｐゴシック"/>
                <a:cs typeface="Arial"/>
              </a:rPr>
              <a:t>EGATIVES :</a:t>
            </a:r>
            <a:r>
              <a:rPr lang="en-US" sz="2800" dirty="0">
                <a:solidFill>
                  <a:srgbClr val="0070C0"/>
                </a:solidFill>
                <a:latin typeface="Arial"/>
                <a:ea typeface="ＭＳ Ｐゴシック"/>
                <a:cs typeface="Arial"/>
              </a:rPr>
              <a:t> </a:t>
            </a:r>
            <a:r>
              <a:rPr lang="en-US" sz="3200" dirty="0">
                <a:solidFill>
                  <a:srgbClr val="0070C0"/>
                </a:solidFill>
                <a:latin typeface="Comic Sans MS"/>
                <a:ea typeface="ＭＳ Ｐゴシック"/>
                <a:cs typeface="Arial"/>
              </a:rPr>
              <a:t>C</a:t>
            </a:r>
            <a:r>
              <a:rPr lang="en-US" sz="2400" b="1" dirty="0">
                <a:solidFill>
                  <a:srgbClr val="0070C0"/>
                </a:solidFill>
                <a:latin typeface="Comic Sans MS"/>
                <a:ea typeface="ＭＳ Ｐゴシック"/>
                <a:cs typeface="Arial"/>
              </a:rPr>
              <a:t>ost, technology adoption issues.</a:t>
            </a:r>
            <a:endParaRPr lang="en-US" sz="2400" b="1" dirty="0">
              <a:solidFill>
                <a:srgbClr val="0070C0"/>
              </a:solidFill>
              <a:latin typeface="Comic Sans MS"/>
              <a:cs typeface="Arial"/>
            </a:endParaRPr>
          </a:p>
          <a:p>
            <a:pPr algn="just">
              <a:defRPr/>
            </a:pPr>
            <a:endParaRPr lang="en-US" sz="2000" dirty="0">
              <a:solidFill>
                <a:srgbClr val="000000"/>
              </a:solidFill>
              <a:cs typeface="Calibri" pitchFamily="34" charset="0"/>
            </a:endParaRPr>
          </a:p>
          <a:p>
            <a:pPr algn="just">
              <a:defRPr/>
            </a:pPr>
            <a:r>
              <a:rPr lang="en-US" sz="3200" b="1" u="sng" dirty="0">
                <a:solidFill>
                  <a:srgbClr val="002060"/>
                </a:solidFill>
                <a:latin typeface="Arial"/>
                <a:ea typeface="ＭＳ Ｐゴシック"/>
                <a:cs typeface="Calibri"/>
              </a:rPr>
              <a:t>Benefits:</a:t>
            </a:r>
            <a:endParaRPr lang="en-US" sz="3200" b="1" u="sng" dirty="0">
              <a:solidFill>
                <a:srgbClr val="002060"/>
              </a:solidFill>
              <a:cs typeface="Calibri"/>
            </a:endParaRPr>
          </a:p>
          <a:p>
            <a:pPr algn="just">
              <a:defRPr/>
            </a:pPr>
            <a:endParaRPr lang="en-US" sz="2800" dirty="0">
              <a:solidFill>
                <a:srgbClr val="FFA751"/>
              </a:solidFill>
              <a:latin typeface="Arial"/>
              <a:ea typeface="ＭＳ Ｐゴシック"/>
              <a:cs typeface="Arial"/>
            </a:endParaRPr>
          </a:p>
          <a:p>
            <a:pPr algn="just">
              <a:defRPr/>
            </a:pPr>
            <a:endParaRPr lang="en-US" sz="2800" dirty="0">
              <a:solidFill>
                <a:srgbClr val="FFA751"/>
              </a:solidFill>
              <a:latin typeface="Arial"/>
              <a:cs typeface="Arial"/>
            </a:endParaRPr>
          </a:p>
          <a:p>
            <a:pPr marL="457200" indent="-457200" algn="just">
              <a:buAutoNum type="arabicPeriod"/>
              <a:defRPr/>
            </a:pPr>
            <a:endParaRPr lang="en-US" sz="20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457200" indent="-457200" algn="just">
              <a:buAutoNum type="arabicPeriod"/>
              <a:defRPr/>
            </a:pPr>
            <a:endParaRPr lang="en-US" sz="20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68509" y="170966"/>
            <a:ext cx="1839976" cy="74602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 dirty="0"/>
              <a:t>Team4AM</a:t>
            </a:r>
            <a:endParaRPr lang="en-IN" b="1" i="1" dirty="0"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9A2C3E-1E08-7783-C16D-AB69051B5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057884"/>
              </p:ext>
            </p:extLst>
          </p:nvPr>
        </p:nvGraphicFramePr>
        <p:xfrm>
          <a:off x="472965" y="4729655"/>
          <a:ext cx="10211444" cy="131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5862">
                  <a:extLst>
                    <a:ext uri="{9D8B030D-6E8A-4147-A177-3AD203B41FA5}">
                      <a16:colId xmlns:a16="http://schemas.microsoft.com/office/drawing/2014/main" val="1805298629"/>
                    </a:ext>
                  </a:extLst>
                </a:gridCol>
                <a:gridCol w="3397791">
                  <a:extLst>
                    <a:ext uri="{9D8B030D-6E8A-4147-A177-3AD203B41FA5}">
                      <a16:colId xmlns:a16="http://schemas.microsoft.com/office/drawing/2014/main" val="2885613771"/>
                    </a:ext>
                  </a:extLst>
                </a:gridCol>
                <a:gridCol w="3397791">
                  <a:extLst>
                    <a:ext uri="{9D8B030D-6E8A-4147-A177-3AD203B41FA5}">
                      <a16:colId xmlns:a16="http://schemas.microsoft.com/office/drawing/2014/main" val="4119163747"/>
                    </a:ext>
                  </a:extLst>
                </a:gridCol>
              </a:tblGrid>
              <a:tr h="613103">
                <a:tc>
                  <a:txBody>
                    <a:bodyPr/>
                    <a:lstStyle/>
                    <a:p>
                      <a:pPr algn="just"/>
                      <a:r>
                        <a:rPr lang="en-US" sz="2800" i="1">
                          <a:solidFill>
                            <a:schemeClr val="tx1"/>
                          </a:solidFill>
                        </a:rPr>
                        <a:t>   Real time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i="1">
                          <a:solidFill>
                            <a:schemeClr val="tx1"/>
                          </a:solidFill>
                        </a:rPr>
                        <a:t>Location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i="1">
                          <a:solidFill>
                            <a:schemeClr val="tx1"/>
                          </a:solidFill>
                        </a:rPr>
                        <a:t>Quick access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595452"/>
                  </a:ext>
                </a:extLst>
              </a:tr>
              <a:tr h="700689">
                <a:tc>
                  <a:txBody>
                    <a:bodyPr/>
                    <a:lstStyle/>
                    <a:p>
                      <a:r>
                        <a:rPr lang="en-US" sz="2400" b="1" i="1"/>
                        <a:t>Resource information</a:t>
                      </a:r>
                      <a:r>
                        <a:rPr lang="en-US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1" dirty="0">
                          <a:solidFill>
                            <a:schemeClr val="tx1"/>
                          </a:solidFill>
                        </a:rPr>
                        <a:t>User friendly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b="1" i="1" u="none" strike="noStrike" noProof="0" dirty="0">
                          <a:latin typeface="Calibri"/>
                        </a:rPr>
                        <a:t>Anonymity and Privacy</a:t>
                      </a:r>
                      <a:endParaRPr lang="en-US" sz="24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277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53093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731625" y="2544479"/>
            <a:ext cx="6723123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pPr marL="571500" indent="-571500" algn="just">
              <a:buFont typeface="Arial"/>
              <a:buChar char="•"/>
              <a:defRPr/>
            </a:pPr>
            <a:r>
              <a:rPr lang="en-US" sz="4000" dirty="0">
                <a:solidFill>
                  <a:prstClr val="black"/>
                </a:solidFill>
                <a:latin typeface="Calibri"/>
                <a:ea typeface="Calibri"/>
                <a:cs typeface="Calibri"/>
                <a:hlinkClick r:id="rId3"/>
              </a:rPr>
              <a:t>https://www.mha.gov.in/en</a:t>
            </a:r>
            <a:endParaRPr lang="en-US">
              <a:solidFill>
                <a:prstClr val="black"/>
              </a:solidFill>
              <a:cs typeface="Calibri" pitchFamily="34" charset="0"/>
              <a:hlinkClick r:id="rId3"/>
            </a:endParaRPr>
          </a:p>
          <a:p>
            <a:pPr marL="571500" indent="-571500" algn="just">
              <a:buFont typeface="Arial"/>
              <a:buChar char="•"/>
              <a:defRPr/>
            </a:pPr>
            <a:r>
              <a:rPr lang="en-US" sz="4000" dirty="0">
                <a:solidFill>
                  <a:prstClr val="black"/>
                </a:solidFill>
                <a:latin typeface="Calibri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https://nodejs.org/en</a:t>
            </a:r>
            <a:endParaRPr lang="en-US" sz="4000" dirty="0">
              <a:solidFill>
                <a:prstClr val="black"/>
              </a:solidFill>
              <a:ea typeface="Calibri"/>
              <a:cs typeface="Calibri" pitchFamily="34" charset="0"/>
              <a:hlinkClick r:id="rId4"/>
            </a:endParaRPr>
          </a:p>
          <a:p>
            <a:pPr marL="571500" indent="-571500" algn="just">
              <a:buFont typeface="Arial"/>
              <a:buChar char="•"/>
              <a:defRPr/>
            </a:pPr>
            <a:r>
              <a:rPr lang="en-US" sz="4000" dirty="0">
                <a:solidFill>
                  <a:prstClr val="black"/>
                </a:solidFill>
                <a:latin typeface="Calibri"/>
                <a:ea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https://www.sih.gov.in/</a:t>
            </a:r>
            <a:endParaRPr lang="en-US" sz="4000" dirty="0">
              <a:solidFill>
                <a:prstClr val="black"/>
              </a:solidFill>
              <a:ea typeface="Calibri"/>
              <a:cs typeface="Calibri" pitchFamily="34" charset="0"/>
              <a:hlinkClick r:id="rId5"/>
            </a:endParaRPr>
          </a:p>
          <a:p>
            <a:pPr marL="571500" indent="-571500" algn="just">
              <a:buFont typeface="Arial"/>
              <a:buChar char="•"/>
              <a:defRPr/>
            </a:pPr>
            <a:r>
              <a:rPr lang="en-US" sz="4000" dirty="0">
                <a:solidFill>
                  <a:prstClr val="black"/>
                </a:solidFill>
                <a:ea typeface="Calibri"/>
                <a:cs typeface="Calibri" pitchFamily="34" charset="0"/>
              </a:rPr>
              <a:t>https://indianexpress.com/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1382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Team4AM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459</Words>
  <Application>Microsoft Office PowerPoint</Application>
  <PresentationFormat>Widescreen</PresentationFormat>
  <Paragraphs>81</Paragraphs>
  <Slides>6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 Display</vt:lpstr>
      <vt:lpstr>Arial</vt:lpstr>
      <vt:lpstr>Calibri</vt:lpstr>
      <vt:lpstr>Comic Sans MS</vt:lpstr>
      <vt:lpstr>Garamond</vt:lpstr>
      <vt:lpstr>Times New Roman</vt:lpstr>
      <vt:lpstr>TradeGothic</vt:lpstr>
      <vt:lpstr>Office Theme</vt:lpstr>
      <vt:lpstr>SMART INDIA HACKATHON 2024</vt:lpstr>
      <vt:lpstr>Stand With Her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Divyam Goel</cp:lastModifiedBy>
  <cp:revision>60</cp:revision>
  <dcterms:created xsi:type="dcterms:W3CDTF">2013-12-12T18:46:50Z</dcterms:created>
  <dcterms:modified xsi:type="dcterms:W3CDTF">2024-09-29T00:45:25Z</dcterms:modified>
  <cp:category/>
</cp:coreProperties>
</file>